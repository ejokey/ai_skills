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airelations.io" TargetMode="External"/><Relationship Id="rId3" Type="http://schemas.openxmlformats.org/officeDocument/2006/relationships/hyperlink" Target="https://airelations.io/demo/napitki/v1/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#p3" TargetMode="External"/><Relationship Id="rId3" Type="http://schemas.openxmlformats.org/officeDocument/2006/relationships/hyperlink" Target="#p4" TargetMode="External"/><Relationship Id="rId4" Type="http://schemas.openxmlformats.org/officeDocument/2006/relationships/hyperlink" Target="#p12" TargetMode="External"/><Relationship Id="rId5" Type="http://schemas.openxmlformats.org/officeDocument/2006/relationships/hyperlink" Target="#p14" TargetMode="External"/><Relationship Id="rId6" Type="http://schemas.openxmlformats.org/officeDocument/2006/relationships/hyperlink" Target="#p22" TargetMode="External"/><Relationship Id="rId7" Type="http://schemas.openxmlformats.org/officeDocument/2006/relationships/hyperlink" Target="#p23" TargetMode="External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2.xml"/><Relationship Id="rId13" Type="http://schemas.openxmlformats.org/officeDocument/2006/relationships/slide" Target="slide23.xml"/><Relationship Id="rId1" Type="http://schemas.openxmlformats.org/officeDocument/2006/relationships/image" Target="../media/image-2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irelations.io/demo/napitki/v1/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irelations.io/demo/napitki/v1/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irelations.io/demo/napitki/v1/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tommedia.online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rrao.ru/" TargetMode="External"/><Relationship Id="rId3" Type="http://schemas.openxmlformats.org/officeDocument/2006/relationships/hyperlink" Target="https://www.interrao.ru/" TargetMode="External"/><Relationship Id="rId4" Type="http://schemas.openxmlformats.org/officeDocument/2006/relationships/hyperlink" Target="https://konkurs.interrao.ru/" TargetMode="External"/><Relationship Id="rId5" Type="http://schemas.openxmlformats.org/officeDocument/2006/relationships/hyperlink" Target="https://konkurs.interrao.ru/" TargetMode="External"/><Relationship Id="rId1" Type="http://schemas.openxmlformats.org/officeDocument/2006/relationships/image" Target="../media/image-1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kskkaluga.ru/" TargetMode="External"/><Relationship Id="rId3" Type="http://schemas.openxmlformats.org/officeDocument/2006/relationships/hyperlink" Target="https://kskkaluga.ru/" TargetMode="External"/><Relationship Id="rId4" Type="http://schemas.openxmlformats.org/officeDocument/2006/relationships/hyperlink" Target="https://teplo.kskkaluga.ru/" TargetMode="External"/><Relationship Id="rId5" Type="http://schemas.openxmlformats.org/officeDocument/2006/relationships/hyperlink" Target="https://teplo.kskkaluga.ru/" TargetMode="External"/><Relationship Id="rId6" Type="http://schemas.openxmlformats.org/officeDocument/2006/relationships/hyperlink" Target="https://svet.kaluga.ru/" TargetMode="External"/><Relationship Id="rId7" Type="http://schemas.openxmlformats.org/officeDocument/2006/relationships/hyperlink" Target="https://svet.kaluga.ru/" TargetMode="External"/><Relationship Id="rId1" Type="http://schemas.openxmlformats.org/officeDocument/2006/relationships/image" Target="../media/image-18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irelations.io/demo/napitki/v1/" TargetMode="External"/><Relationship Id="rId3" Type="http://schemas.openxmlformats.org/officeDocument/2006/relationships/hyperlink" Target="mailto:info@airelations.io" TargetMode="External"/><Relationship Id="rId1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3098226" y="6126357"/>
            <a:ext cx="1099068" cy="15239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>
            <a:hlinkClick r:id="rId3" tooltip=""/>
          </p:cNvPr>
          <p:cNvSpPr/>
          <p:nvPr/>
        </p:nvSpPr>
        <p:spPr>
          <a:xfrm>
            <a:off x="8599074" y="5657709"/>
            <a:ext cx="2983036" cy="4762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609585" y="157113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>
            <a:hlinkClick r:id="rId3" tooltip=""/>
          </p:cNvPr>
          <p:cNvSpPr/>
          <p:nvPr/>
        </p:nvSpPr>
        <p:spPr>
          <a:xfrm>
            <a:off x="6162521" y="157113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>
            <a:hlinkClick r:id="rId4" tooltip=""/>
          </p:cNvPr>
          <p:cNvSpPr/>
          <p:nvPr/>
        </p:nvSpPr>
        <p:spPr>
          <a:xfrm>
            <a:off x="609585" y="237121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>
            <a:hlinkClick r:id="rId5" tooltip=""/>
          </p:cNvPr>
          <p:cNvSpPr/>
          <p:nvPr/>
        </p:nvSpPr>
        <p:spPr>
          <a:xfrm>
            <a:off x="6162521" y="237121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>
            <a:hlinkClick r:id="rId6" tooltip=""/>
          </p:cNvPr>
          <p:cNvSpPr/>
          <p:nvPr/>
        </p:nvSpPr>
        <p:spPr>
          <a:xfrm>
            <a:off x="609585" y="317129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>
            <a:hlinkClick r:id="rId7" tooltip=""/>
          </p:cNvPr>
          <p:cNvSpPr/>
          <p:nvPr/>
        </p:nvSpPr>
        <p:spPr>
          <a:xfrm>
            <a:off x="6162521" y="317129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>
            <a:hlinkClick r:id="rId8" tooltip="" action="ppaction://hlinksldjump"/>
          </p:cNvPr>
          <p:cNvSpPr/>
          <p:nvPr/>
        </p:nvSpPr>
        <p:spPr>
          <a:xfrm>
            <a:off x="609585" y="157113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>
            <a:hlinkClick r:id="rId9" tooltip="" action="ppaction://hlinksldjump"/>
          </p:cNvPr>
          <p:cNvSpPr/>
          <p:nvPr/>
        </p:nvSpPr>
        <p:spPr>
          <a:xfrm>
            <a:off x="6162521" y="157113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>
            <a:hlinkClick r:id="rId10" tooltip="" action="ppaction://hlinksldjump"/>
          </p:cNvPr>
          <p:cNvSpPr/>
          <p:nvPr/>
        </p:nvSpPr>
        <p:spPr>
          <a:xfrm>
            <a:off x="609585" y="237121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>
            <a:hlinkClick r:id="rId11" tooltip="" action="ppaction://hlinksldjump"/>
          </p:cNvPr>
          <p:cNvSpPr/>
          <p:nvPr/>
        </p:nvSpPr>
        <p:spPr>
          <a:xfrm>
            <a:off x="6162521" y="237121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>
            <a:hlinkClick r:id="rId12" tooltip="" action="ppaction://hlinksldjump"/>
          </p:cNvPr>
          <p:cNvSpPr/>
          <p:nvPr/>
        </p:nvSpPr>
        <p:spPr>
          <a:xfrm>
            <a:off x="609585" y="317129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>
            <a:hlinkClick r:id="rId13" tooltip="" action="ppaction://hlinksldjump"/>
          </p:cNvPr>
          <p:cNvSpPr/>
          <p:nvPr/>
        </p:nvSpPr>
        <p:spPr>
          <a:xfrm>
            <a:off x="6162521" y="3171299"/>
            <a:ext cx="5419590" cy="66673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809605" y="2912940"/>
            <a:ext cx="3162221" cy="3428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7134493" y="4604776"/>
            <a:ext cx="4447468" cy="4952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8847760" y="5028628"/>
            <a:ext cx="2734351" cy="4381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2914131" y="1342545"/>
            <a:ext cx="939826" cy="13334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609585" y="3114151"/>
            <a:ext cx="1559829" cy="1428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>
            <a:hlinkClick r:id="rId3" tooltip=""/>
          </p:cNvPr>
          <p:cNvSpPr/>
          <p:nvPr/>
        </p:nvSpPr>
        <p:spPr>
          <a:xfrm>
            <a:off x="609585" y="3620749"/>
            <a:ext cx="722542" cy="11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>
            <a:hlinkClick r:id="rId4" tooltip=""/>
          </p:cNvPr>
          <p:cNvSpPr/>
          <p:nvPr/>
        </p:nvSpPr>
        <p:spPr>
          <a:xfrm>
            <a:off x="4317842" y="5354256"/>
            <a:ext cx="1383025" cy="1428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>
            <a:hlinkClick r:id="rId5" tooltip=""/>
          </p:cNvPr>
          <p:cNvSpPr/>
          <p:nvPr/>
        </p:nvSpPr>
        <p:spPr>
          <a:xfrm>
            <a:off x="4317842" y="6014143"/>
            <a:ext cx="861693" cy="11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609585" y="3114151"/>
            <a:ext cx="1301767" cy="1428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>
            <a:hlinkClick r:id="rId3" tooltip=""/>
          </p:cNvPr>
          <p:cNvSpPr/>
          <p:nvPr/>
        </p:nvSpPr>
        <p:spPr>
          <a:xfrm>
            <a:off x="609585" y="3467460"/>
            <a:ext cx="589345" cy="11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>
            <a:hlinkClick r:id="rId4" tooltip=""/>
          </p:cNvPr>
          <p:cNvSpPr/>
          <p:nvPr/>
        </p:nvSpPr>
        <p:spPr>
          <a:xfrm>
            <a:off x="3386053" y="3114151"/>
            <a:ext cx="1830391" cy="28574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>
            <a:hlinkClick r:id="rId5" tooltip=""/>
          </p:cNvPr>
          <p:cNvSpPr/>
          <p:nvPr/>
        </p:nvSpPr>
        <p:spPr>
          <a:xfrm>
            <a:off x="3386053" y="3610331"/>
            <a:ext cx="834012" cy="11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>
            <a:hlinkClick r:id="rId6" tooltip=""/>
          </p:cNvPr>
          <p:cNvSpPr/>
          <p:nvPr/>
        </p:nvSpPr>
        <p:spPr>
          <a:xfrm>
            <a:off x="6162521" y="3114151"/>
            <a:ext cx="1830391" cy="28574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>
            <a:hlinkClick r:id="rId7" tooltip=""/>
          </p:cNvPr>
          <p:cNvSpPr/>
          <p:nvPr/>
        </p:nvSpPr>
        <p:spPr>
          <a:xfrm>
            <a:off x="6162521" y="3610331"/>
            <a:ext cx="650511" cy="11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"/>
          </p:cNvPr>
          <p:cNvSpPr/>
          <p:nvPr/>
        </p:nvSpPr>
        <p:spPr>
          <a:xfrm>
            <a:off x="609585" y="3826573"/>
            <a:ext cx="3142576" cy="51433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>
            <a:hlinkClick r:id="rId3" tooltip=""/>
          </p:cNvPr>
          <p:cNvSpPr/>
          <p:nvPr/>
        </p:nvSpPr>
        <p:spPr>
          <a:xfrm>
            <a:off x="4197443" y="5140990"/>
            <a:ext cx="1367994" cy="1619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2026-07-22T12:01:01Z</dcterms:created>
  <dcterms:modified xsi:type="dcterms:W3CDTF">2026-07-22T12:01:01Z</dcterms:modified>
</cp:coreProperties>
</file>